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24" r:id="rId2"/>
    <p:sldId id="2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414"/>
    <a:srgbClr val="282F39"/>
    <a:srgbClr val="007A7D"/>
    <a:srgbClr val="CB1B4A"/>
    <a:srgbClr val="074D67"/>
    <a:srgbClr val="42AFB6"/>
    <a:srgbClr val="C2C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46" autoAdjust="0"/>
    <p:restoredTop sz="94669" autoAdjust="0"/>
  </p:normalViewPr>
  <p:slideViewPr>
    <p:cSldViewPr snapToGrid="0">
      <p:cViewPr varScale="1">
        <p:scale>
          <a:sx n="220" d="100"/>
          <a:sy n="220" d="100"/>
        </p:scale>
        <p:origin x="14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0BF8-6686-4F02-AB36-9614142B3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B406FE-1165-421C-8D35-96F0CFEA6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B22AA-13F6-430C-B5C3-3ED6A132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B799C-1B8A-42C0-AD53-6DBEF2EC7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C035E-958A-44D5-9920-E77375E90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74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28C7A-67F3-4CAD-9852-569FF656A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717F-25DD-4AF6-8E4C-C3F0B7258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9BF79-C6C8-4A28-B317-36AB5201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2C1D1-F1BF-42DD-A7C6-2ED272DF8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916BF-016F-4056-985B-466516E6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15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AECB-6827-4D91-8EB5-800DD8EA2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EBD6D-8344-4937-9A0D-E2DBE531B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98055-7F4B-4E57-92A1-C43CE07E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8293C-337A-46B9-801C-405BA28F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3A87-6EF6-4E32-958D-D3BDE968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12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1E4F-8411-4152-A040-45E4E38D4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3C882-D441-40BC-AAB7-FB3EF79F6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FF742-A50B-4EB6-86AE-E67F120A5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B9172-F4DE-4657-A074-EF8778EE7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07DBE-C8F7-423C-9124-EE7B3D22E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1AC0B-71D5-43A5-AD86-9668B4D9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001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204D3-549C-4770-B620-7E3D4678A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06D22-9474-474E-A4DD-36D304E57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ED9F3-E75B-4CB6-9C20-44656AF01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B8604-4E78-4EF6-AF81-B832751C7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7266C-4F95-4B63-B8A4-5D430A6FCB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A605C0-AC58-49C3-BFDA-E7ADCFC7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DB99B-8E2F-47DA-B6C3-50842D8C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0ACA83-753D-4AEE-B568-755DCF5E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662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8EDC-8D44-427B-90E0-FBD0FBAC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AE544B-A36F-473A-86AF-50F024291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F2748-531A-4318-A370-27EDE490E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D6E57-F20B-43D2-A268-2449E7D4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875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C2F6E-BB8D-4A07-B873-A379FEAE4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C64672-2E28-45BB-AB1E-9CA10E90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CCF35-5028-4E4D-8F6E-2E2DF0FB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41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471D-7A64-4A50-B9A6-0F3A7808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427B1-871E-4C56-AF97-3F78ADBFA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F52702-EC0A-4FBA-9939-DCF10E41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DDBB8-93FE-4585-A97D-0E391EE24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77A2A-D97D-4B06-A029-77A3A88D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4E011-48A8-486A-BF53-E7C08517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896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2B76-0D50-4AE7-8E70-B69B2F11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0288-1A1C-45A8-B99A-68E661D70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19D42-4449-4938-BE9F-F8A026382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CB693-3AD5-4FB5-9BD7-DDA6EA895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8CAAB-378F-4646-836D-6723AF226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A5F22-2F00-4B7E-95E3-D4E37EE6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39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E3A36-A7B5-4AED-90CE-DAABE341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DD818-2AC6-4AD8-ADB0-757AE6DE1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561BE-2670-413D-B85D-350DC6A0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469BC-9B02-4F1D-9332-C52CAA6C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7A4D-841D-4B35-BD23-CCB82FC1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14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028CB-78B2-414A-9948-C32EA4A46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AA2E1-9030-407F-A8FB-98BCFFFDF7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22082-BED4-46DC-B1C0-9696140E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85038-E165-45A4-8C75-C8A3CA817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D7943-C606-446E-B743-3AB1AE58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30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3493B-E27E-4DC0-A41A-7E254FDDD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19A8B-408B-4DCB-AC39-AC640BF85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87CC5-FBB1-4FE5-893F-7BD071C75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1375A-C223-44C8-917C-F7C3A1BCD50F}" type="datetimeFigureOut">
              <a:rPr lang="en-GB" smtClean="0"/>
              <a:t>04/08/2018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E1BCB-E2F2-4D1B-BCFC-521169C8E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1173B-B48E-4DCF-8715-580539054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3841B-0DB4-4C99-B5E5-79625F01DB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411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7C239D8-6A01-4146-901E-2F237B77237B}"/>
              </a:ext>
            </a:extLst>
          </p:cNvPr>
          <p:cNvSpPr/>
          <p:nvPr/>
        </p:nvSpPr>
        <p:spPr>
          <a:xfrm>
            <a:off x="1614924" y="5493654"/>
            <a:ext cx="3766861" cy="380050"/>
          </a:xfrm>
          <a:prstGeom prst="ellipse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A9C50-B290-4C30-A65A-9D7AB111D154}"/>
              </a:ext>
            </a:extLst>
          </p:cNvPr>
          <p:cNvSpPr txBox="1"/>
          <p:nvPr/>
        </p:nvSpPr>
        <p:spPr>
          <a:xfrm>
            <a:off x="7040296" y="762037"/>
            <a:ext cx="37174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Our Goal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960438" y="912109"/>
            <a:ext cx="4786312" cy="5039851"/>
            <a:chOff x="5995988" y="2712903"/>
            <a:chExt cx="2457450" cy="2587625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5995988" y="2712903"/>
              <a:ext cx="2457450" cy="2587625"/>
            </a:xfrm>
            <a:custGeom>
              <a:avLst/>
              <a:gdLst>
                <a:gd name="T0" fmla="*/ 707 w 771"/>
                <a:gd name="T1" fmla="*/ 219 h 812"/>
                <a:gd name="T2" fmla="*/ 760 w 771"/>
                <a:gd name="T3" fmla="*/ 369 h 812"/>
                <a:gd name="T4" fmla="*/ 685 w 771"/>
                <a:gd name="T5" fmla="*/ 634 h 812"/>
                <a:gd name="T6" fmla="*/ 197 w 771"/>
                <a:gd name="T7" fmla="*/ 707 h 812"/>
                <a:gd name="T8" fmla="*/ 97 w 771"/>
                <a:gd name="T9" fmla="*/ 220 h 812"/>
                <a:gd name="T10" fmla="*/ 594 w 771"/>
                <a:gd name="T11" fmla="*/ 106 h 812"/>
                <a:gd name="T12" fmla="*/ 552 w 771"/>
                <a:gd name="T13" fmla="*/ 147 h 812"/>
                <a:gd name="T14" fmla="*/ 509 w 771"/>
                <a:gd name="T15" fmla="*/ 128 h 812"/>
                <a:gd name="T16" fmla="*/ 454 w 771"/>
                <a:gd name="T17" fmla="*/ 113 h 812"/>
                <a:gd name="T18" fmla="*/ 372 w 771"/>
                <a:gd name="T19" fmla="*/ 110 h 812"/>
                <a:gd name="T20" fmla="*/ 241 w 771"/>
                <a:gd name="T21" fmla="*/ 155 h 812"/>
                <a:gd name="T22" fmla="*/ 147 w 771"/>
                <a:gd name="T23" fmla="*/ 249 h 812"/>
                <a:gd name="T24" fmla="*/ 115 w 771"/>
                <a:gd name="T25" fmla="*/ 317 h 812"/>
                <a:gd name="T26" fmla="*/ 103 w 771"/>
                <a:gd name="T27" fmla="*/ 366 h 812"/>
                <a:gd name="T28" fmla="*/ 102 w 771"/>
                <a:gd name="T29" fmla="*/ 450 h 812"/>
                <a:gd name="T30" fmla="*/ 124 w 771"/>
                <a:gd name="T31" fmla="*/ 528 h 812"/>
                <a:gd name="T32" fmla="*/ 209 w 771"/>
                <a:gd name="T33" fmla="*/ 643 h 812"/>
                <a:gd name="T34" fmla="*/ 295 w 771"/>
                <a:gd name="T35" fmla="*/ 694 h 812"/>
                <a:gd name="T36" fmla="*/ 357 w 771"/>
                <a:gd name="T37" fmla="*/ 710 h 812"/>
                <a:gd name="T38" fmla="*/ 439 w 771"/>
                <a:gd name="T39" fmla="*/ 711 h 812"/>
                <a:gd name="T40" fmla="*/ 512 w 771"/>
                <a:gd name="T41" fmla="*/ 693 h 812"/>
                <a:gd name="T42" fmla="*/ 585 w 771"/>
                <a:gd name="T43" fmla="*/ 652 h 812"/>
                <a:gd name="T44" fmla="*/ 644 w 771"/>
                <a:gd name="T45" fmla="*/ 592 h 812"/>
                <a:gd name="T46" fmla="*/ 677 w 771"/>
                <a:gd name="T47" fmla="*/ 536 h 812"/>
                <a:gd name="T48" fmla="*/ 696 w 771"/>
                <a:gd name="T49" fmla="*/ 482 h 812"/>
                <a:gd name="T50" fmla="*/ 704 w 771"/>
                <a:gd name="T51" fmla="*/ 432 h 812"/>
                <a:gd name="T52" fmla="*/ 702 w 771"/>
                <a:gd name="T53" fmla="*/ 374 h 812"/>
                <a:gd name="T54" fmla="*/ 695 w 771"/>
                <a:gd name="T55" fmla="*/ 334 h 812"/>
                <a:gd name="T56" fmla="*/ 666 w 771"/>
                <a:gd name="T57" fmla="*/ 264 h 812"/>
                <a:gd name="T58" fmla="*/ 667 w 771"/>
                <a:gd name="T59" fmla="*/ 258 h 812"/>
                <a:gd name="T60" fmla="*/ 703 w 771"/>
                <a:gd name="T61" fmla="*/ 222 h 812"/>
                <a:gd name="T62" fmla="*/ 707 w 771"/>
                <a:gd name="T63" fmla="*/ 219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1" h="812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6515101" y="3270116"/>
              <a:ext cx="1450975" cy="1435100"/>
            </a:xfrm>
            <a:custGeom>
              <a:avLst/>
              <a:gdLst>
                <a:gd name="T0" fmla="*/ 350 w 455"/>
                <a:gd name="T1" fmla="*/ 54 h 450"/>
                <a:gd name="T2" fmla="*/ 311 w 455"/>
                <a:gd name="T3" fmla="*/ 93 h 450"/>
                <a:gd name="T4" fmla="*/ 305 w 455"/>
                <a:gd name="T5" fmla="*/ 94 h 450"/>
                <a:gd name="T6" fmla="*/ 262 w 455"/>
                <a:gd name="T7" fmla="*/ 81 h 450"/>
                <a:gd name="T8" fmla="*/ 210 w 455"/>
                <a:gd name="T9" fmla="*/ 82 h 450"/>
                <a:gd name="T10" fmla="*/ 148 w 455"/>
                <a:gd name="T11" fmla="*/ 109 h 450"/>
                <a:gd name="T12" fmla="*/ 103 w 455"/>
                <a:gd name="T13" fmla="*/ 160 h 450"/>
                <a:gd name="T14" fmla="*/ 84 w 455"/>
                <a:gd name="T15" fmla="*/ 216 h 450"/>
                <a:gd name="T16" fmla="*/ 90 w 455"/>
                <a:gd name="T17" fmla="*/ 283 h 450"/>
                <a:gd name="T18" fmla="*/ 154 w 455"/>
                <a:gd name="T19" fmla="*/ 367 h 450"/>
                <a:gd name="T20" fmla="*/ 225 w 455"/>
                <a:gd name="T21" fmla="*/ 392 h 450"/>
                <a:gd name="T22" fmla="*/ 302 w 455"/>
                <a:gd name="T23" fmla="*/ 379 h 450"/>
                <a:gd name="T24" fmla="*/ 364 w 455"/>
                <a:gd name="T25" fmla="*/ 330 h 450"/>
                <a:gd name="T26" fmla="*/ 391 w 455"/>
                <a:gd name="T27" fmla="*/ 273 h 450"/>
                <a:gd name="T28" fmla="*/ 395 w 455"/>
                <a:gd name="T29" fmla="*/ 223 h 450"/>
                <a:gd name="T30" fmla="*/ 380 w 455"/>
                <a:gd name="T31" fmla="*/ 167 h 450"/>
                <a:gd name="T32" fmla="*/ 422 w 455"/>
                <a:gd name="T33" fmla="*/ 125 h 450"/>
                <a:gd name="T34" fmla="*/ 453 w 455"/>
                <a:gd name="T35" fmla="*/ 242 h 450"/>
                <a:gd name="T36" fmla="*/ 418 w 455"/>
                <a:gd name="T37" fmla="*/ 354 h 450"/>
                <a:gd name="T38" fmla="*/ 235 w 455"/>
                <a:gd name="T39" fmla="*/ 450 h 450"/>
                <a:gd name="T40" fmla="*/ 85 w 455"/>
                <a:gd name="T41" fmla="*/ 385 h 450"/>
                <a:gd name="T42" fmla="*/ 95 w 455"/>
                <a:gd name="T43" fmla="*/ 78 h 450"/>
                <a:gd name="T44" fmla="*/ 350 w 455"/>
                <a:gd name="T45" fmla="*/ 5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5" h="450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7040563" y="2874828"/>
              <a:ext cx="1381125" cy="1384300"/>
            </a:xfrm>
            <a:custGeom>
              <a:avLst/>
              <a:gdLst>
                <a:gd name="T0" fmla="*/ 363 w 433"/>
                <a:gd name="T1" fmla="*/ 0 h 434"/>
                <a:gd name="T2" fmla="*/ 363 w 433"/>
                <a:gd name="T3" fmla="*/ 71 h 434"/>
                <a:gd name="T4" fmla="*/ 432 w 433"/>
                <a:gd name="T5" fmla="*/ 71 h 434"/>
                <a:gd name="T6" fmla="*/ 433 w 433"/>
                <a:gd name="T7" fmla="*/ 73 h 434"/>
                <a:gd name="T8" fmla="*/ 408 w 433"/>
                <a:gd name="T9" fmla="*/ 98 h 434"/>
                <a:gd name="T10" fmla="*/ 303 w 433"/>
                <a:gd name="T11" fmla="*/ 203 h 434"/>
                <a:gd name="T12" fmla="*/ 292 w 433"/>
                <a:gd name="T13" fmla="*/ 207 h 434"/>
                <a:gd name="T14" fmla="*/ 262 w 433"/>
                <a:gd name="T15" fmla="*/ 208 h 434"/>
                <a:gd name="T16" fmla="*/ 255 w 433"/>
                <a:gd name="T17" fmla="*/ 210 h 434"/>
                <a:gd name="T18" fmla="*/ 176 w 433"/>
                <a:gd name="T19" fmla="*/ 289 h 434"/>
                <a:gd name="T20" fmla="*/ 141 w 433"/>
                <a:gd name="T21" fmla="*/ 325 h 434"/>
                <a:gd name="T22" fmla="*/ 140 w 433"/>
                <a:gd name="T23" fmla="*/ 330 h 434"/>
                <a:gd name="T24" fmla="*/ 146 w 433"/>
                <a:gd name="T25" fmla="*/ 354 h 434"/>
                <a:gd name="T26" fmla="*/ 121 w 433"/>
                <a:gd name="T27" fmla="*/ 415 h 434"/>
                <a:gd name="T28" fmla="*/ 67 w 433"/>
                <a:gd name="T29" fmla="*/ 432 h 434"/>
                <a:gd name="T30" fmla="*/ 12 w 433"/>
                <a:gd name="T31" fmla="*/ 397 h 434"/>
                <a:gd name="T32" fmla="*/ 4 w 433"/>
                <a:gd name="T33" fmla="*/ 342 h 434"/>
                <a:gd name="T34" fmla="*/ 46 w 433"/>
                <a:gd name="T35" fmla="*/ 294 h 434"/>
                <a:gd name="T36" fmla="*/ 105 w 433"/>
                <a:gd name="T37" fmla="*/ 295 h 434"/>
                <a:gd name="T38" fmla="*/ 110 w 433"/>
                <a:gd name="T39" fmla="*/ 293 h 434"/>
                <a:gd name="T40" fmla="*/ 191 w 433"/>
                <a:gd name="T41" fmla="*/ 213 h 434"/>
                <a:gd name="T42" fmla="*/ 223 w 433"/>
                <a:gd name="T43" fmla="*/ 181 h 434"/>
                <a:gd name="T44" fmla="*/ 227 w 433"/>
                <a:gd name="T45" fmla="*/ 171 h 434"/>
                <a:gd name="T46" fmla="*/ 227 w 433"/>
                <a:gd name="T47" fmla="*/ 143 h 434"/>
                <a:gd name="T48" fmla="*/ 231 w 433"/>
                <a:gd name="T49" fmla="*/ 131 h 434"/>
                <a:gd name="T50" fmla="*/ 360 w 433"/>
                <a:gd name="T51" fmla="*/ 3 h 434"/>
                <a:gd name="T52" fmla="*/ 363 w 433"/>
                <a:gd name="T53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3" h="434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7271DE3-81E9-4A7A-B4EE-C234FD7D4946}"/>
              </a:ext>
            </a:extLst>
          </p:cNvPr>
          <p:cNvSpPr txBox="1"/>
          <p:nvPr/>
        </p:nvSpPr>
        <p:spPr>
          <a:xfrm>
            <a:off x="2135152" y="6349245"/>
            <a:ext cx="845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www.yourwebsite.com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7316933" y="2328873"/>
            <a:ext cx="3271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Lorem Ipsum is simply dummy text of the printing and typesetting industry.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7316933" y="3798496"/>
            <a:ext cx="3271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 panose="020B0606030504020204" pitchFamily="34" charset="0"/>
                <a:ea typeface="+mn-ea"/>
                <a:cs typeface="+mn-cs"/>
              </a:rPr>
              <a:t>Lorem Ipsum is simply dummy text of the printing and typesetting industry. 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DE0CFB8-DF7A-456D-8CA4-211FFC3BE777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313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7C239D8-6A01-4146-901E-2F237B77237B}"/>
              </a:ext>
            </a:extLst>
          </p:cNvPr>
          <p:cNvSpPr/>
          <p:nvPr/>
        </p:nvSpPr>
        <p:spPr>
          <a:xfrm>
            <a:off x="1614924" y="5493654"/>
            <a:ext cx="3766861" cy="380050"/>
          </a:xfrm>
          <a:prstGeom prst="ellipse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A9C50-B290-4C30-A65A-9D7AB111D154}"/>
              </a:ext>
            </a:extLst>
          </p:cNvPr>
          <p:cNvSpPr txBox="1"/>
          <p:nvPr/>
        </p:nvSpPr>
        <p:spPr>
          <a:xfrm>
            <a:off x="7040296" y="762037"/>
            <a:ext cx="37174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7000" b="1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Our Goal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960438" y="912109"/>
            <a:ext cx="4786312" cy="5039851"/>
            <a:chOff x="5995988" y="2712903"/>
            <a:chExt cx="2457450" cy="2587625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5995988" y="2712903"/>
              <a:ext cx="2457450" cy="2587625"/>
            </a:xfrm>
            <a:custGeom>
              <a:avLst/>
              <a:gdLst>
                <a:gd name="T0" fmla="*/ 707 w 771"/>
                <a:gd name="T1" fmla="*/ 219 h 812"/>
                <a:gd name="T2" fmla="*/ 760 w 771"/>
                <a:gd name="T3" fmla="*/ 369 h 812"/>
                <a:gd name="T4" fmla="*/ 685 w 771"/>
                <a:gd name="T5" fmla="*/ 634 h 812"/>
                <a:gd name="T6" fmla="*/ 197 w 771"/>
                <a:gd name="T7" fmla="*/ 707 h 812"/>
                <a:gd name="T8" fmla="*/ 97 w 771"/>
                <a:gd name="T9" fmla="*/ 220 h 812"/>
                <a:gd name="T10" fmla="*/ 594 w 771"/>
                <a:gd name="T11" fmla="*/ 106 h 812"/>
                <a:gd name="T12" fmla="*/ 552 w 771"/>
                <a:gd name="T13" fmla="*/ 147 h 812"/>
                <a:gd name="T14" fmla="*/ 509 w 771"/>
                <a:gd name="T15" fmla="*/ 128 h 812"/>
                <a:gd name="T16" fmla="*/ 454 w 771"/>
                <a:gd name="T17" fmla="*/ 113 h 812"/>
                <a:gd name="T18" fmla="*/ 372 w 771"/>
                <a:gd name="T19" fmla="*/ 110 h 812"/>
                <a:gd name="T20" fmla="*/ 241 w 771"/>
                <a:gd name="T21" fmla="*/ 155 h 812"/>
                <a:gd name="T22" fmla="*/ 147 w 771"/>
                <a:gd name="T23" fmla="*/ 249 h 812"/>
                <a:gd name="T24" fmla="*/ 115 w 771"/>
                <a:gd name="T25" fmla="*/ 317 h 812"/>
                <a:gd name="T26" fmla="*/ 103 w 771"/>
                <a:gd name="T27" fmla="*/ 366 h 812"/>
                <a:gd name="T28" fmla="*/ 102 w 771"/>
                <a:gd name="T29" fmla="*/ 450 h 812"/>
                <a:gd name="T30" fmla="*/ 124 w 771"/>
                <a:gd name="T31" fmla="*/ 528 h 812"/>
                <a:gd name="T32" fmla="*/ 209 w 771"/>
                <a:gd name="T33" fmla="*/ 643 h 812"/>
                <a:gd name="T34" fmla="*/ 295 w 771"/>
                <a:gd name="T35" fmla="*/ 694 h 812"/>
                <a:gd name="T36" fmla="*/ 357 w 771"/>
                <a:gd name="T37" fmla="*/ 710 h 812"/>
                <a:gd name="T38" fmla="*/ 439 w 771"/>
                <a:gd name="T39" fmla="*/ 711 h 812"/>
                <a:gd name="T40" fmla="*/ 512 w 771"/>
                <a:gd name="T41" fmla="*/ 693 h 812"/>
                <a:gd name="T42" fmla="*/ 585 w 771"/>
                <a:gd name="T43" fmla="*/ 652 h 812"/>
                <a:gd name="T44" fmla="*/ 644 w 771"/>
                <a:gd name="T45" fmla="*/ 592 h 812"/>
                <a:gd name="T46" fmla="*/ 677 w 771"/>
                <a:gd name="T47" fmla="*/ 536 h 812"/>
                <a:gd name="T48" fmla="*/ 696 w 771"/>
                <a:gd name="T49" fmla="*/ 482 h 812"/>
                <a:gd name="T50" fmla="*/ 704 w 771"/>
                <a:gd name="T51" fmla="*/ 432 h 812"/>
                <a:gd name="T52" fmla="*/ 702 w 771"/>
                <a:gd name="T53" fmla="*/ 374 h 812"/>
                <a:gd name="T54" fmla="*/ 695 w 771"/>
                <a:gd name="T55" fmla="*/ 334 h 812"/>
                <a:gd name="T56" fmla="*/ 666 w 771"/>
                <a:gd name="T57" fmla="*/ 264 h 812"/>
                <a:gd name="T58" fmla="*/ 667 w 771"/>
                <a:gd name="T59" fmla="*/ 258 h 812"/>
                <a:gd name="T60" fmla="*/ 703 w 771"/>
                <a:gd name="T61" fmla="*/ 222 h 812"/>
                <a:gd name="T62" fmla="*/ 707 w 771"/>
                <a:gd name="T63" fmla="*/ 219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771" h="812">
                  <a:moveTo>
                    <a:pt x="707" y="219"/>
                  </a:moveTo>
                  <a:cubicBezTo>
                    <a:pt x="736" y="265"/>
                    <a:pt x="754" y="315"/>
                    <a:pt x="760" y="369"/>
                  </a:cubicBezTo>
                  <a:cubicBezTo>
                    <a:pt x="771" y="467"/>
                    <a:pt x="746" y="557"/>
                    <a:pt x="685" y="634"/>
                  </a:cubicBezTo>
                  <a:cubicBezTo>
                    <a:pt x="561" y="789"/>
                    <a:pt x="347" y="812"/>
                    <a:pt x="197" y="707"/>
                  </a:cubicBezTo>
                  <a:cubicBezTo>
                    <a:pt x="31" y="591"/>
                    <a:pt x="0" y="374"/>
                    <a:pt x="97" y="220"/>
                  </a:cubicBezTo>
                  <a:cubicBezTo>
                    <a:pt x="203" y="52"/>
                    <a:pt x="424" y="0"/>
                    <a:pt x="594" y="106"/>
                  </a:cubicBezTo>
                  <a:cubicBezTo>
                    <a:pt x="580" y="120"/>
                    <a:pt x="566" y="134"/>
                    <a:pt x="552" y="147"/>
                  </a:cubicBezTo>
                  <a:cubicBezTo>
                    <a:pt x="538" y="141"/>
                    <a:pt x="523" y="134"/>
                    <a:pt x="509" y="128"/>
                  </a:cubicBezTo>
                  <a:cubicBezTo>
                    <a:pt x="491" y="121"/>
                    <a:pt x="473" y="116"/>
                    <a:pt x="454" y="113"/>
                  </a:cubicBezTo>
                  <a:cubicBezTo>
                    <a:pt x="427" y="108"/>
                    <a:pt x="399" y="107"/>
                    <a:pt x="372" y="110"/>
                  </a:cubicBezTo>
                  <a:cubicBezTo>
                    <a:pt x="325" y="115"/>
                    <a:pt x="281" y="130"/>
                    <a:pt x="241" y="155"/>
                  </a:cubicBezTo>
                  <a:cubicBezTo>
                    <a:pt x="203" y="179"/>
                    <a:pt x="171" y="211"/>
                    <a:pt x="147" y="249"/>
                  </a:cubicBezTo>
                  <a:cubicBezTo>
                    <a:pt x="134" y="270"/>
                    <a:pt x="123" y="293"/>
                    <a:pt x="115" y="317"/>
                  </a:cubicBezTo>
                  <a:cubicBezTo>
                    <a:pt x="110" y="333"/>
                    <a:pt x="106" y="350"/>
                    <a:pt x="103" y="366"/>
                  </a:cubicBezTo>
                  <a:cubicBezTo>
                    <a:pt x="99" y="394"/>
                    <a:pt x="99" y="422"/>
                    <a:pt x="102" y="450"/>
                  </a:cubicBezTo>
                  <a:cubicBezTo>
                    <a:pt x="105" y="477"/>
                    <a:pt x="113" y="503"/>
                    <a:pt x="124" y="528"/>
                  </a:cubicBezTo>
                  <a:cubicBezTo>
                    <a:pt x="143" y="574"/>
                    <a:pt x="171" y="612"/>
                    <a:pt x="209" y="643"/>
                  </a:cubicBezTo>
                  <a:cubicBezTo>
                    <a:pt x="235" y="665"/>
                    <a:pt x="263" y="682"/>
                    <a:pt x="295" y="694"/>
                  </a:cubicBezTo>
                  <a:cubicBezTo>
                    <a:pt x="315" y="701"/>
                    <a:pt x="336" y="707"/>
                    <a:pt x="357" y="710"/>
                  </a:cubicBezTo>
                  <a:cubicBezTo>
                    <a:pt x="384" y="714"/>
                    <a:pt x="412" y="715"/>
                    <a:pt x="439" y="711"/>
                  </a:cubicBezTo>
                  <a:cubicBezTo>
                    <a:pt x="464" y="708"/>
                    <a:pt x="488" y="702"/>
                    <a:pt x="512" y="693"/>
                  </a:cubicBezTo>
                  <a:cubicBezTo>
                    <a:pt x="538" y="683"/>
                    <a:pt x="563" y="669"/>
                    <a:pt x="585" y="652"/>
                  </a:cubicBezTo>
                  <a:cubicBezTo>
                    <a:pt x="607" y="635"/>
                    <a:pt x="627" y="615"/>
                    <a:pt x="644" y="592"/>
                  </a:cubicBezTo>
                  <a:cubicBezTo>
                    <a:pt x="657" y="575"/>
                    <a:pt x="668" y="556"/>
                    <a:pt x="677" y="536"/>
                  </a:cubicBezTo>
                  <a:cubicBezTo>
                    <a:pt x="686" y="519"/>
                    <a:pt x="692" y="501"/>
                    <a:pt x="696" y="482"/>
                  </a:cubicBezTo>
                  <a:cubicBezTo>
                    <a:pt x="700" y="465"/>
                    <a:pt x="703" y="449"/>
                    <a:pt x="704" y="432"/>
                  </a:cubicBezTo>
                  <a:cubicBezTo>
                    <a:pt x="704" y="413"/>
                    <a:pt x="704" y="393"/>
                    <a:pt x="702" y="374"/>
                  </a:cubicBezTo>
                  <a:cubicBezTo>
                    <a:pt x="701" y="361"/>
                    <a:pt x="698" y="347"/>
                    <a:pt x="695" y="334"/>
                  </a:cubicBezTo>
                  <a:cubicBezTo>
                    <a:pt x="689" y="310"/>
                    <a:pt x="679" y="286"/>
                    <a:pt x="666" y="264"/>
                  </a:cubicBezTo>
                  <a:cubicBezTo>
                    <a:pt x="665" y="262"/>
                    <a:pt x="665" y="260"/>
                    <a:pt x="667" y="258"/>
                  </a:cubicBezTo>
                  <a:cubicBezTo>
                    <a:pt x="680" y="246"/>
                    <a:pt x="691" y="234"/>
                    <a:pt x="703" y="222"/>
                  </a:cubicBezTo>
                  <a:cubicBezTo>
                    <a:pt x="704" y="221"/>
                    <a:pt x="705" y="220"/>
                    <a:pt x="707" y="21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6515101" y="3270116"/>
              <a:ext cx="1450975" cy="1435100"/>
            </a:xfrm>
            <a:custGeom>
              <a:avLst/>
              <a:gdLst>
                <a:gd name="T0" fmla="*/ 350 w 455"/>
                <a:gd name="T1" fmla="*/ 54 h 450"/>
                <a:gd name="T2" fmla="*/ 311 w 455"/>
                <a:gd name="T3" fmla="*/ 93 h 450"/>
                <a:gd name="T4" fmla="*/ 305 w 455"/>
                <a:gd name="T5" fmla="*/ 94 h 450"/>
                <a:gd name="T6" fmla="*/ 262 w 455"/>
                <a:gd name="T7" fmla="*/ 81 h 450"/>
                <a:gd name="T8" fmla="*/ 210 w 455"/>
                <a:gd name="T9" fmla="*/ 82 h 450"/>
                <a:gd name="T10" fmla="*/ 148 w 455"/>
                <a:gd name="T11" fmla="*/ 109 h 450"/>
                <a:gd name="T12" fmla="*/ 103 w 455"/>
                <a:gd name="T13" fmla="*/ 160 h 450"/>
                <a:gd name="T14" fmla="*/ 84 w 455"/>
                <a:gd name="T15" fmla="*/ 216 h 450"/>
                <a:gd name="T16" fmla="*/ 90 w 455"/>
                <a:gd name="T17" fmla="*/ 283 h 450"/>
                <a:gd name="T18" fmla="*/ 154 w 455"/>
                <a:gd name="T19" fmla="*/ 367 h 450"/>
                <a:gd name="T20" fmla="*/ 225 w 455"/>
                <a:gd name="T21" fmla="*/ 392 h 450"/>
                <a:gd name="T22" fmla="*/ 302 w 455"/>
                <a:gd name="T23" fmla="*/ 379 h 450"/>
                <a:gd name="T24" fmla="*/ 364 w 455"/>
                <a:gd name="T25" fmla="*/ 330 h 450"/>
                <a:gd name="T26" fmla="*/ 391 w 455"/>
                <a:gd name="T27" fmla="*/ 273 h 450"/>
                <a:gd name="T28" fmla="*/ 395 w 455"/>
                <a:gd name="T29" fmla="*/ 223 h 450"/>
                <a:gd name="T30" fmla="*/ 380 w 455"/>
                <a:gd name="T31" fmla="*/ 167 h 450"/>
                <a:gd name="T32" fmla="*/ 422 w 455"/>
                <a:gd name="T33" fmla="*/ 125 h 450"/>
                <a:gd name="T34" fmla="*/ 453 w 455"/>
                <a:gd name="T35" fmla="*/ 242 h 450"/>
                <a:gd name="T36" fmla="*/ 418 w 455"/>
                <a:gd name="T37" fmla="*/ 354 h 450"/>
                <a:gd name="T38" fmla="*/ 235 w 455"/>
                <a:gd name="T39" fmla="*/ 450 h 450"/>
                <a:gd name="T40" fmla="*/ 85 w 455"/>
                <a:gd name="T41" fmla="*/ 385 h 450"/>
                <a:gd name="T42" fmla="*/ 95 w 455"/>
                <a:gd name="T43" fmla="*/ 78 h 450"/>
                <a:gd name="T44" fmla="*/ 350 w 455"/>
                <a:gd name="T45" fmla="*/ 54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55" h="450">
                  <a:moveTo>
                    <a:pt x="350" y="54"/>
                  </a:moveTo>
                  <a:cubicBezTo>
                    <a:pt x="337" y="67"/>
                    <a:pt x="324" y="80"/>
                    <a:pt x="311" y="93"/>
                  </a:cubicBezTo>
                  <a:cubicBezTo>
                    <a:pt x="310" y="94"/>
                    <a:pt x="307" y="95"/>
                    <a:pt x="305" y="94"/>
                  </a:cubicBezTo>
                  <a:cubicBezTo>
                    <a:pt x="292" y="87"/>
                    <a:pt x="277" y="83"/>
                    <a:pt x="262" y="81"/>
                  </a:cubicBezTo>
                  <a:cubicBezTo>
                    <a:pt x="244" y="79"/>
                    <a:pt x="227" y="79"/>
                    <a:pt x="210" y="82"/>
                  </a:cubicBezTo>
                  <a:cubicBezTo>
                    <a:pt x="187" y="87"/>
                    <a:pt x="166" y="96"/>
                    <a:pt x="148" y="109"/>
                  </a:cubicBezTo>
                  <a:cubicBezTo>
                    <a:pt x="129" y="123"/>
                    <a:pt x="114" y="140"/>
                    <a:pt x="103" y="160"/>
                  </a:cubicBezTo>
                  <a:cubicBezTo>
                    <a:pt x="93" y="178"/>
                    <a:pt x="87" y="196"/>
                    <a:pt x="84" y="216"/>
                  </a:cubicBezTo>
                  <a:cubicBezTo>
                    <a:pt x="81" y="239"/>
                    <a:pt x="83" y="261"/>
                    <a:pt x="90" y="283"/>
                  </a:cubicBezTo>
                  <a:cubicBezTo>
                    <a:pt x="101" y="319"/>
                    <a:pt x="123" y="347"/>
                    <a:pt x="154" y="367"/>
                  </a:cubicBezTo>
                  <a:cubicBezTo>
                    <a:pt x="176" y="381"/>
                    <a:pt x="199" y="389"/>
                    <a:pt x="225" y="392"/>
                  </a:cubicBezTo>
                  <a:cubicBezTo>
                    <a:pt x="252" y="394"/>
                    <a:pt x="277" y="390"/>
                    <a:pt x="302" y="379"/>
                  </a:cubicBezTo>
                  <a:cubicBezTo>
                    <a:pt x="327" y="368"/>
                    <a:pt x="348" y="352"/>
                    <a:pt x="364" y="330"/>
                  </a:cubicBezTo>
                  <a:cubicBezTo>
                    <a:pt x="377" y="313"/>
                    <a:pt x="386" y="294"/>
                    <a:pt x="391" y="273"/>
                  </a:cubicBezTo>
                  <a:cubicBezTo>
                    <a:pt x="395" y="256"/>
                    <a:pt x="397" y="240"/>
                    <a:pt x="395" y="223"/>
                  </a:cubicBezTo>
                  <a:cubicBezTo>
                    <a:pt x="394" y="204"/>
                    <a:pt x="389" y="185"/>
                    <a:pt x="380" y="167"/>
                  </a:cubicBezTo>
                  <a:cubicBezTo>
                    <a:pt x="394" y="153"/>
                    <a:pt x="408" y="139"/>
                    <a:pt x="422" y="125"/>
                  </a:cubicBezTo>
                  <a:cubicBezTo>
                    <a:pt x="444" y="161"/>
                    <a:pt x="455" y="200"/>
                    <a:pt x="453" y="242"/>
                  </a:cubicBezTo>
                  <a:cubicBezTo>
                    <a:pt x="452" y="283"/>
                    <a:pt x="441" y="320"/>
                    <a:pt x="418" y="354"/>
                  </a:cubicBezTo>
                  <a:cubicBezTo>
                    <a:pt x="374" y="418"/>
                    <a:pt x="312" y="450"/>
                    <a:pt x="235" y="450"/>
                  </a:cubicBezTo>
                  <a:cubicBezTo>
                    <a:pt x="176" y="450"/>
                    <a:pt x="125" y="427"/>
                    <a:pt x="85" y="385"/>
                  </a:cubicBezTo>
                  <a:cubicBezTo>
                    <a:pt x="0" y="295"/>
                    <a:pt x="6" y="160"/>
                    <a:pt x="95" y="78"/>
                  </a:cubicBezTo>
                  <a:cubicBezTo>
                    <a:pt x="179" y="0"/>
                    <a:pt x="293" y="14"/>
                    <a:pt x="350" y="5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7040563" y="2874828"/>
              <a:ext cx="1381125" cy="1384300"/>
            </a:xfrm>
            <a:custGeom>
              <a:avLst/>
              <a:gdLst>
                <a:gd name="T0" fmla="*/ 363 w 433"/>
                <a:gd name="T1" fmla="*/ 0 h 434"/>
                <a:gd name="T2" fmla="*/ 363 w 433"/>
                <a:gd name="T3" fmla="*/ 71 h 434"/>
                <a:gd name="T4" fmla="*/ 432 w 433"/>
                <a:gd name="T5" fmla="*/ 71 h 434"/>
                <a:gd name="T6" fmla="*/ 433 w 433"/>
                <a:gd name="T7" fmla="*/ 73 h 434"/>
                <a:gd name="T8" fmla="*/ 408 w 433"/>
                <a:gd name="T9" fmla="*/ 98 h 434"/>
                <a:gd name="T10" fmla="*/ 303 w 433"/>
                <a:gd name="T11" fmla="*/ 203 h 434"/>
                <a:gd name="T12" fmla="*/ 292 w 433"/>
                <a:gd name="T13" fmla="*/ 207 h 434"/>
                <a:gd name="T14" fmla="*/ 262 w 433"/>
                <a:gd name="T15" fmla="*/ 208 h 434"/>
                <a:gd name="T16" fmla="*/ 255 w 433"/>
                <a:gd name="T17" fmla="*/ 210 h 434"/>
                <a:gd name="T18" fmla="*/ 176 w 433"/>
                <a:gd name="T19" fmla="*/ 289 h 434"/>
                <a:gd name="T20" fmla="*/ 141 w 433"/>
                <a:gd name="T21" fmla="*/ 325 h 434"/>
                <a:gd name="T22" fmla="*/ 140 w 433"/>
                <a:gd name="T23" fmla="*/ 330 h 434"/>
                <a:gd name="T24" fmla="*/ 146 w 433"/>
                <a:gd name="T25" fmla="*/ 354 h 434"/>
                <a:gd name="T26" fmla="*/ 121 w 433"/>
                <a:gd name="T27" fmla="*/ 415 h 434"/>
                <a:gd name="T28" fmla="*/ 67 w 433"/>
                <a:gd name="T29" fmla="*/ 432 h 434"/>
                <a:gd name="T30" fmla="*/ 12 w 433"/>
                <a:gd name="T31" fmla="*/ 397 h 434"/>
                <a:gd name="T32" fmla="*/ 4 w 433"/>
                <a:gd name="T33" fmla="*/ 342 h 434"/>
                <a:gd name="T34" fmla="*/ 46 w 433"/>
                <a:gd name="T35" fmla="*/ 294 h 434"/>
                <a:gd name="T36" fmla="*/ 105 w 433"/>
                <a:gd name="T37" fmla="*/ 295 h 434"/>
                <a:gd name="T38" fmla="*/ 110 w 433"/>
                <a:gd name="T39" fmla="*/ 293 h 434"/>
                <a:gd name="T40" fmla="*/ 191 w 433"/>
                <a:gd name="T41" fmla="*/ 213 h 434"/>
                <a:gd name="T42" fmla="*/ 223 w 433"/>
                <a:gd name="T43" fmla="*/ 181 h 434"/>
                <a:gd name="T44" fmla="*/ 227 w 433"/>
                <a:gd name="T45" fmla="*/ 171 h 434"/>
                <a:gd name="T46" fmla="*/ 227 w 433"/>
                <a:gd name="T47" fmla="*/ 143 h 434"/>
                <a:gd name="T48" fmla="*/ 231 w 433"/>
                <a:gd name="T49" fmla="*/ 131 h 434"/>
                <a:gd name="T50" fmla="*/ 360 w 433"/>
                <a:gd name="T51" fmla="*/ 3 h 434"/>
                <a:gd name="T52" fmla="*/ 363 w 433"/>
                <a:gd name="T53" fmla="*/ 0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33" h="434">
                  <a:moveTo>
                    <a:pt x="363" y="0"/>
                  </a:moveTo>
                  <a:cubicBezTo>
                    <a:pt x="363" y="24"/>
                    <a:pt x="363" y="47"/>
                    <a:pt x="363" y="71"/>
                  </a:cubicBezTo>
                  <a:cubicBezTo>
                    <a:pt x="386" y="71"/>
                    <a:pt x="409" y="71"/>
                    <a:pt x="432" y="71"/>
                  </a:cubicBezTo>
                  <a:cubicBezTo>
                    <a:pt x="432" y="72"/>
                    <a:pt x="432" y="73"/>
                    <a:pt x="433" y="73"/>
                  </a:cubicBezTo>
                  <a:cubicBezTo>
                    <a:pt x="424" y="81"/>
                    <a:pt x="416" y="90"/>
                    <a:pt x="408" y="98"/>
                  </a:cubicBezTo>
                  <a:cubicBezTo>
                    <a:pt x="373" y="133"/>
                    <a:pt x="338" y="168"/>
                    <a:pt x="303" y="203"/>
                  </a:cubicBezTo>
                  <a:cubicBezTo>
                    <a:pt x="300" y="206"/>
                    <a:pt x="297" y="208"/>
                    <a:pt x="292" y="207"/>
                  </a:cubicBezTo>
                  <a:cubicBezTo>
                    <a:pt x="282" y="207"/>
                    <a:pt x="272" y="207"/>
                    <a:pt x="262" y="208"/>
                  </a:cubicBezTo>
                  <a:cubicBezTo>
                    <a:pt x="260" y="208"/>
                    <a:pt x="256" y="209"/>
                    <a:pt x="255" y="210"/>
                  </a:cubicBezTo>
                  <a:cubicBezTo>
                    <a:pt x="228" y="237"/>
                    <a:pt x="202" y="263"/>
                    <a:pt x="176" y="289"/>
                  </a:cubicBezTo>
                  <a:cubicBezTo>
                    <a:pt x="164" y="301"/>
                    <a:pt x="152" y="313"/>
                    <a:pt x="141" y="325"/>
                  </a:cubicBezTo>
                  <a:cubicBezTo>
                    <a:pt x="140" y="326"/>
                    <a:pt x="139" y="328"/>
                    <a:pt x="140" y="330"/>
                  </a:cubicBezTo>
                  <a:cubicBezTo>
                    <a:pt x="143" y="338"/>
                    <a:pt x="145" y="346"/>
                    <a:pt x="146" y="354"/>
                  </a:cubicBezTo>
                  <a:cubicBezTo>
                    <a:pt x="148" y="379"/>
                    <a:pt x="139" y="399"/>
                    <a:pt x="121" y="415"/>
                  </a:cubicBezTo>
                  <a:cubicBezTo>
                    <a:pt x="105" y="428"/>
                    <a:pt x="87" y="434"/>
                    <a:pt x="67" y="432"/>
                  </a:cubicBezTo>
                  <a:cubicBezTo>
                    <a:pt x="43" y="429"/>
                    <a:pt x="25" y="417"/>
                    <a:pt x="12" y="397"/>
                  </a:cubicBezTo>
                  <a:cubicBezTo>
                    <a:pt x="2" y="380"/>
                    <a:pt x="0" y="361"/>
                    <a:pt x="4" y="342"/>
                  </a:cubicBezTo>
                  <a:cubicBezTo>
                    <a:pt x="10" y="320"/>
                    <a:pt x="24" y="303"/>
                    <a:pt x="46" y="294"/>
                  </a:cubicBezTo>
                  <a:cubicBezTo>
                    <a:pt x="66" y="285"/>
                    <a:pt x="86" y="286"/>
                    <a:pt x="105" y="295"/>
                  </a:cubicBezTo>
                  <a:cubicBezTo>
                    <a:pt x="107" y="295"/>
                    <a:pt x="109" y="294"/>
                    <a:pt x="110" y="293"/>
                  </a:cubicBezTo>
                  <a:cubicBezTo>
                    <a:pt x="137" y="267"/>
                    <a:pt x="164" y="240"/>
                    <a:pt x="191" y="213"/>
                  </a:cubicBezTo>
                  <a:cubicBezTo>
                    <a:pt x="202" y="202"/>
                    <a:pt x="212" y="191"/>
                    <a:pt x="223" y="181"/>
                  </a:cubicBezTo>
                  <a:cubicBezTo>
                    <a:pt x="226" y="178"/>
                    <a:pt x="227" y="175"/>
                    <a:pt x="227" y="171"/>
                  </a:cubicBezTo>
                  <a:cubicBezTo>
                    <a:pt x="227" y="162"/>
                    <a:pt x="227" y="152"/>
                    <a:pt x="227" y="143"/>
                  </a:cubicBezTo>
                  <a:cubicBezTo>
                    <a:pt x="226" y="138"/>
                    <a:pt x="228" y="135"/>
                    <a:pt x="231" y="131"/>
                  </a:cubicBezTo>
                  <a:cubicBezTo>
                    <a:pt x="274" y="88"/>
                    <a:pt x="317" y="45"/>
                    <a:pt x="360" y="3"/>
                  </a:cubicBezTo>
                  <a:cubicBezTo>
                    <a:pt x="361" y="2"/>
                    <a:pt x="362" y="1"/>
                    <a:pt x="3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7316933" y="2328873"/>
            <a:ext cx="3271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en-US" dirty="0">
                <a:latin typeface="Open Sans" panose="020B0606030504020204" pitchFamily="34" charset="0"/>
              </a:rPr>
              <a:t>Lorem Ipsum is simply dummy text of the printing and typesetting industry. 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16977A-112F-4154-95F5-0608714FBFEE}"/>
              </a:ext>
            </a:extLst>
          </p:cNvPr>
          <p:cNvSpPr txBox="1"/>
          <p:nvPr/>
        </p:nvSpPr>
        <p:spPr>
          <a:xfrm>
            <a:off x="7316933" y="3798496"/>
            <a:ext cx="32713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defRPr/>
            </a:pPr>
            <a:r>
              <a:rPr lang="en-US" dirty="0">
                <a:latin typeface="Open Sans" panose="020B0606030504020204" pitchFamily="34" charset="0"/>
              </a:rPr>
              <a:t>Lorem Ipsum is simply dummy text of the printing and typesetting industry. </a:t>
            </a:r>
            <a:endParaRPr kumimoji="0" lang="en-GB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DE0CFB8-DF7A-456D-8CA4-211FFC3BE777}"/>
              </a:ext>
            </a:extLst>
          </p:cNvPr>
          <p:cNvSpPr/>
          <p:nvPr/>
        </p:nvSpPr>
        <p:spPr>
          <a:xfrm>
            <a:off x="11512283" y="243039"/>
            <a:ext cx="451117" cy="45111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GB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F9546B-644B-4DE4-AE8E-E624EEDD965C}"/>
              </a:ext>
            </a:extLst>
          </p:cNvPr>
          <p:cNvSpPr txBox="1"/>
          <p:nvPr/>
        </p:nvSpPr>
        <p:spPr>
          <a:xfrm>
            <a:off x="0" y="62927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www.yourwebsite.com</a:t>
            </a:r>
          </a:p>
        </p:txBody>
      </p:sp>
    </p:spTree>
    <p:extLst>
      <p:ext uri="{BB962C8B-B14F-4D97-AF65-F5344CB8AC3E}">
        <p14:creationId xmlns:p14="http://schemas.microsoft.com/office/powerpoint/2010/main" val="1073762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282F39"/>
      </a:dk1>
      <a:lt1>
        <a:srgbClr val="FFFFFF"/>
      </a:lt1>
      <a:dk2>
        <a:srgbClr val="000000"/>
      </a:dk2>
      <a:lt2>
        <a:srgbClr val="EEEEEE"/>
      </a:lt2>
      <a:accent1>
        <a:srgbClr val="C2C923"/>
      </a:accent1>
      <a:accent2>
        <a:srgbClr val="42AFB6"/>
      </a:accent2>
      <a:accent3>
        <a:srgbClr val="074D67"/>
      </a:accent3>
      <a:accent4>
        <a:srgbClr val="CB1B4A"/>
      </a:accent4>
      <a:accent5>
        <a:srgbClr val="FCB414"/>
      </a:accent5>
      <a:accent6>
        <a:srgbClr val="007A7D"/>
      </a:accent6>
      <a:hlink>
        <a:srgbClr val="1EB7E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13897</TotalTime>
  <Words>24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Noto Sans</vt:lpstr>
      <vt:lpstr>Open Sans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Igor</dc:creator>
  <cp:lastModifiedBy>Admin</cp:lastModifiedBy>
  <cp:revision>1011</cp:revision>
  <dcterms:created xsi:type="dcterms:W3CDTF">2017-12-05T16:25:52Z</dcterms:created>
  <dcterms:modified xsi:type="dcterms:W3CDTF">2018-08-04T11:00:22Z</dcterms:modified>
</cp:coreProperties>
</file>